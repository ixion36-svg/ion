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02191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200" kern="0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649224" y="2542032"/>
            <a:ext cx="178308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whole security operation,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intelligent portal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03504" y="4251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unifies the security tool-stack and adds an AI analyst that runs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entirely inside your network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turning alert overload into fast, consistent, defensible decisions.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3504" y="5486400"/>
            <a:ext cx="566928" cy="566928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575" y="563947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16736" y="5468112"/>
            <a:ext cx="2686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 overload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16736" y="5760720"/>
            <a:ext cx="2686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 can't keep up; real threats slip through the noise.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6986" y="5486400"/>
            <a:ext cx="566928" cy="566928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057" y="563947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0218" y="5468112"/>
            <a:ext cx="2686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 sprawl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100218" y="5760720"/>
            <a:ext cx="2686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dozen disconnected consoles slow every investigation.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0469" y="5486400"/>
            <a:ext cx="566928" cy="566928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539" y="563947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3701" y="5468112"/>
            <a:ext cx="2686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Locked out of AI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883701" y="5760720"/>
            <a:ext cx="26862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estates can't use cloud AI or live feeds.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ION DELIVERS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76809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Outcomes the business feels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3504" y="1627632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2116287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0784" y="1956816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Respond faster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24912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auto-investigates incoming alerts and one workflow replaces tool-hopping — cutting time-to-decision.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6986" y="1627632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7882" y="1938528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42" y="2116287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4266" y="1956816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never leaves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7882" y="2724912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analyst runs fully air-gapped. No alert content, no case data, ever leaves your network.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0469" y="1627632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1365" y="1938528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124" y="2116287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7749" y="1956816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Consistent quality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81365" y="2724912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alert gets the same rigorous analysis — regardless of who is on shift, or whether anyone is.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" y="3931920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42816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59" y="44205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00784" y="4261104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platform, not ten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11+ security tools — detection, threat intel, forensics, identity — unified behind a single portal.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6986" y="3931920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7882" y="4242816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42" y="44205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4266" y="4261104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Gets smarter over time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97882" y="5029200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learns from your analysts' decisions and your own knowledge base, improving accuracy as it runs.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70469" y="3931920"/>
            <a:ext cx="3417722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1365" y="4242816"/>
            <a:ext cx="658368" cy="658368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124" y="4420575"/>
            <a:ext cx="302849" cy="3028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67749" y="4261104"/>
            <a:ext cx="2137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Assurance built in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481365" y="5029200"/>
            <a:ext cx="27959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Secure-by-design throughout, with a tamper-evident audit trail and zero open security findings.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&amp; SECURE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02191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Measurable, and ready to run on-premise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3504" y="2011680"/>
            <a:ext cx="2499284" cy="2057400"/>
          </a:xfrm>
          <a:prstGeom prst="roundRect">
            <a:avLst>
              <a:gd name="adj" fmla="val 4000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249424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+57%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96112" y="3090672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analysis quality lift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474720"/>
            <a:ext cx="1950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learning on the organisation's own knowledge 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1972" y="2011680"/>
            <a:ext cx="2499284" cy="2057400"/>
          </a:xfrm>
          <a:prstGeom prst="roundRect">
            <a:avLst>
              <a:gd name="adj" fmla="val 4000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6292" y="2249424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724580" y="3090672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 unified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4580" y="3474720"/>
            <a:ext cx="1950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portal across the security operation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0440" y="2011680"/>
            <a:ext cx="2499284" cy="2057400"/>
          </a:xfrm>
          <a:prstGeom prst="roundRect">
            <a:avLst>
              <a:gd name="adj" fmla="val 4000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4760" y="2249424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19/20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553048" y="3090672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secure-by-design met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3048" y="3474720"/>
            <a:ext cx="1950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independently structured assurance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88907" y="2011680"/>
            <a:ext cx="2499284" cy="2057400"/>
          </a:xfrm>
          <a:prstGeom prst="roundRect">
            <a:avLst>
              <a:gd name="adj" fmla="val 4000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63227" y="2249424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381515" y="3090672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security findings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81515" y="3474720"/>
            <a:ext cx="19506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critical, high, medium or low issues outstanding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4526280"/>
            <a:ext cx="10984687" cy="1417320"/>
          </a:xfrm>
          <a:prstGeom prst="roundRect">
            <a:avLst>
              <a:gd name="adj" fmla="val 5161"/>
            </a:avLst>
          </a:prstGeom>
          <a:solidFill>
            <a:srgbClr val="0C2236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4782312"/>
            <a:ext cx="82296" cy="9052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144" y="4764024"/>
            <a:ext cx="10070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" y="5129784"/>
            <a:ext cx="100702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gives security leadership faster, more consistent threat decisions and a smaller tool estate — with AI that respects the air gap and a posture you can put in front of an auditor.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03504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Operating Network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v0.38.0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 — Executive Brief</dc:title>
  <dc:subject>PptxGenJS Presentation</dc:subject>
  <dc:creator>PptxGenJS</dc:creator>
  <cp:lastModifiedBy>PptxGenJS</cp:lastModifiedBy>
  <cp:revision>1</cp:revision>
  <dcterms:created xsi:type="dcterms:W3CDTF">2026-06-02T07:56:17Z</dcterms:created>
  <dcterms:modified xsi:type="dcterms:W3CDTF">2026-06-02T07:56:17Z</dcterms:modified>
</cp:coreProperties>
</file>